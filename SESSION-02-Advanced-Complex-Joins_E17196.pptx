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6beda6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6beda6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49a23a2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49a23a2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49a23a28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49a23a28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49a23a28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49a23a28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474b5d4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474b5d4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latform.stratascratch.com/coding/10322-finding-user-purchases?code_type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Summer Winning Camp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DATABASE MANAGEMENT SYSTEM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rgbClr val="FF0000"/>
                </a:solidFill>
              </a:rPr>
              <a:t>Department Of Career Planning &amp; Development</a:t>
            </a:r>
            <a:endParaRPr b="1" sz="24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May 2026 – July 2026</a:t>
            </a:r>
            <a:br>
              <a:rPr b="1" lang="en" sz="2400">
                <a:solidFill>
                  <a:schemeClr val="dk1"/>
                </a:solidFill>
              </a:rPr>
            </a:br>
            <a:r>
              <a:rPr b="1" lang="en" sz="2400">
                <a:solidFill>
                  <a:schemeClr val="dk1"/>
                </a:solidFill>
              </a:rPr>
              <a:t>2027 PO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5" y="0"/>
            <a:ext cx="9095526" cy="6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5" y="0"/>
            <a:ext cx="9095526" cy="6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8725" y="623550"/>
            <a:ext cx="2096025" cy="6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7972" y="630950"/>
            <a:ext cx="2425325" cy="4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8850" y="505525"/>
            <a:ext cx="2154875" cy="4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Home-Task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https://platform.stratascratch.com/coding/10322-finding-user-purchases?code_type=1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https://platform.stratascratch.com/coding/10566-search-click-success-rate-by-user-segment?code_type=1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