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49a23a21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49a23a21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49a23a2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49a23a2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49a23a21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49a23a21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49a23a21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49a23a21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49a23a21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49a23a21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7490624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4749062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9a23a21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49a23a21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latform.stratascratch.com/coding/10285-acceptance-rate-by-date?code_type=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Summer Winning Camp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DATABASE MANAGEMENT SYSTEM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rgbClr val="FF0000"/>
                </a:solidFill>
              </a:rPr>
              <a:t>Department Of Career Planning &amp; Development</a:t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May 2026 – July 2026</a:t>
            </a:r>
            <a:br>
              <a:rPr b="1" lang="en" sz="2400">
                <a:solidFill>
                  <a:schemeClr val="dk1"/>
                </a:solidFill>
              </a:rPr>
            </a:br>
            <a:r>
              <a:rPr b="1" lang="en" sz="2400">
                <a:solidFill>
                  <a:schemeClr val="dk1"/>
                </a:solidFill>
              </a:rPr>
              <a:t>2027 PO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5" y="0"/>
            <a:ext cx="9095526" cy="6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2550" y="445019"/>
            <a:ext cx="121247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2250" y="551449"/>
            <a:ext cx="17799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6625" y="579770"/>
            <a:ext cx="183049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Home-Task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https://platform.stratascratch.com/coding/10285-acceptance-rate-by-date?code_type=1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https://platform.stratascratch.com/coding/10568-daily-revenue?code_type=1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905000" y="2313025"/>
            <a:ext cx="352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